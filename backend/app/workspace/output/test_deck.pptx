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</a:defRPr>
            </a:pPr>
            <a:r>
              <a:t>NOVA Executive Briefing</a:t>
            </a:r>
          </a:p>
          <a:p>
            <a:pPr algn="l">
              <a:defRPr sz="1800">
                <a:solidFill>
                  <a:srgbClr val="E2E8F0"/>
                </a:solidFill>
              </a:defRPr>
            </a:pPr>
            <a:r>
              <a:t>Sovereign AI Performance &amp;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F0FF"/>
                </a:solidFill>
              </a:defRPr>
            </a:pPr>
            <a:r>
              <a:t>System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</a:defRPr>
            </a:pPr>
            <a:r>
              <a:t>•  100% On-Premise Execution</a:t>
            </a:r>
          </a:p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</a:defRPr>
            </a:pPr>
            <a:r>
              <a:t>•  Zero Cloud Dependency</a:t>
            </a:r>
          </a:p>
          <a:p>
            <a:pPr>
              <a:spcAft>
                <a:spcPts val="1000"/>
              </a:spcAft>
              <a:defRPr sz="1600">
                <a:solidFill>
                  <a:srgbClr val="E2E8F0"/>
                </a:solidFill>
              </a:defRPr>
            </a:pPr>
            <a:r>
              <a:t>•  Deterministic Tool Verification</a:t>
            </a:r>
          </a:p>
        </p:txBody>
      </p:sp>
      <p:pic>
        <p:nvPicPr>
          <p:cNvPr id="4" name="Picture 3" descr="te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3840480" cy="21602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